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3" name="Image 0" descr="log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356616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COMMUNITY-LED DIGITAL CLIMATE SOLUTION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mobile platform connecting refugee and host communities with climate information, practical tools and greener livelihood opportunities.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Grace Basubi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35204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3520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alerts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30568" y="35204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0568" y="3520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nursery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39319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39319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Water-saving tips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13448" y="3931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13448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reports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information and practical support do not always reach everyone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stress can worsen existing challenges for vulnerable households.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and heat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Hotter days and dry periods can make water access, gardening and tree survival more difficult.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933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weather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may not receive timely, easy-to-understand information about weather risks and preparedness.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99339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resources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may not know where to find training, seedlings, composting guidance or local climate activities.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use simple digital tools to connect people to trusted information and community action—not just provide information online.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OUR DIGITAL SOLUTION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platform: Green Roots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mobile-friendly website or Android app designed for low data use and simple navigation.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Local climate alerts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verified weather updates and practical guidance for heat, heavy rain, dry spells and preparedness.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Grow &amp; save water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visual lessons on drought-aware gardening, mulching, seedling care and safe water-saving methods.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 local support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nearby training, seedling distributions, community clean-ups and partner services.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choice: offline-friendly pages, simple icons, audio/visual guidance and local-language options where feasible.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PRODUCT — HOW THE PLATFORM WORKS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features turn information into action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small, affordable version before adding advanced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0195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noticeboard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892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Admin-approved alerts, safety tips and links to trusted sources.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7830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90195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321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map / directory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1892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nurseries, training locations, water-saving demonstrations and partner contacts.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27432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821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local concern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can submit a simple report about damaged seedlings, waste hotspots or climate impacts.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27432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8211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library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videos, audio clips and picture guides that can be downloaded when internet is available.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users: collect minimal personal data, get consent, and moderate reports before publishing.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TARGET MARKET — WHO IT SERVES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people who are often left out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supports both refugee and host communities.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8191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007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463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climate tips, local notices and ways to take part in community activities.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45059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6946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6304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and women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84048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skills, volunteer roles, green enterprise information and community reporting.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31927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381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and local groups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84048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guides, seedling resources, training information and shared learning.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plan: keep the platform low-data, test it on basic smartphones, and offer community demonstrations for people with limited digital skills.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MARKET SIZE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refugee and host communities in Kakuma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first audience, reached through a small and realistic pilot.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Refugee and host communities supported by the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volunteers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testing group to check language, accessibility, trust and usefulness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smartphones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tested on basic smartphones, so more people can use it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targets—not existing achievements.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COMPETITORS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information online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use simple digital tools to connect people to trusted information and community 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online information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information online—but not always connected to local needs or practical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60020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240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 relevant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Community-informed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real-world action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COMPETITIVE ADVANTAGE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unique?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 relevant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67335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889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67335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Community-informed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208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037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6733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real-world action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4290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choice: offline-friendly pages, simple icons, audio/visual guidance and local-language options where feasible.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PROJECT TRACTION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 and improve over six months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residents and technical partners before publishing climate advice.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675120" cy="0"/>
          </a:xfrm>
          <a:prstGeom prst="line">
            <a:avLst/>
          </a:prstGeom>
          <a:noFill/>
          <a:ln w="25400">
            <a:solidFill>
              <a:srgbClr val="0BB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residents; confirm the biggest needs; recruit a small community advisory group.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basic website/app prototype with alerts, learning guides and a partner directory.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30–50 volunteers; check language, accessibility, trust and usefulness.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901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feedback, improve the platform and report results to community and funders.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targets—not existing achievements. Adjust after community consultation and a realistic budget.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BUSINESS MODEL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essential information free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mixed model can support the platform while protecting access for vulnerable users.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residents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alerts, learning guides, community notices and reporting remain free.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funding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grants and support from NGOs, environmental programmes, schools and local authorities.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paid services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tailored training or digital reporting tools to institutions able to pay—not to people who cannot.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edge: locally relevant, low-data, community-informed and connected to real-world action.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GO TO MARKET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people who are often left out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we will reach residents and build trust.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5623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advisory group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 small group of residents to guide the platform.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5623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889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demonstrations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people with limited digital skills.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85623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smartphones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low-data and test with 30–50 volunteers.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037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85623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037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NGOs, environmental programmes, schools and local authorities.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SOCIAL IMPACT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whether digital access leads to real change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measures and report results honestly.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and access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active users, downloads of guides, language needs and offline access.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and action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attendance, reports resolved, and households trying recommended practices.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outcomes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Seedling survival at pilot sites, waste diverted to compost and community activities completed.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baseline information, protect personal data, and avoid claiming climate impact until evidence supports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OUR ASK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support to launch a six-month pilot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and partnerships will help validate the need and build a safe, useful first version.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926080" cy="2377440"/>
          </a:xfrm>
          <a:prstGeom prst="roundRect">
            <a:avLst>
              <a:gd name="adj" fmla="val 4615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FUNDING ASK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amount only—replace it with a researched budget before pitching.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50876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828800"/>
            <a:ext cx="502920" cy="502920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352" y="194767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prototype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1938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development, hosting, low-data testing and basic security.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0" y="274320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3063240"/>
            <a:ext cx="502920" cy="502920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318211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pilot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3172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Local-language content, training sessions, outreach, partner coordination and evaluation.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also seeking technical mentors, climate-information partners, community volunteers and organisations willing to test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TEAM MEMBERS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645920"/>
            <a:ext cx="1005840" cy="100584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BASUBI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Presenter, Kakuma Green Roots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also seeking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23360" y="18288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B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98424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mentors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246888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E4F7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262432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Climate-information partners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23360" y="310896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B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326440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3108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volunteers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23360" y="374904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E4F7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0520" y="390448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willing to test the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B6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THE CLOSE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resilience should not depend on who has the most information or resources.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will use simple digital tools to connect people with climate knowledge, local support and practical action.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test a digital solution that grows from the community and works for the community.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welcome your questions.   Grace Basubi   |   Contact: +254741108383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Kakuma Green Roots – PLP Pitch Deck</dc:title>
  <dc:subject>PptxGenJS Presentation</dc:subject>
  <dc:creator>Grace Basubi</dc:creator>
  <cp:lastModifiedBy>Grace Basubi</cp:lastModifiedBy>
  <cp:revision>1</cp:revision>
  <dcterms:created xsi:type="dcterms:W3CDTF">2026-10-22T07:46:02Z</dcterms:created>
  <dcterms:modified xsi:type="dcterms:W3CDTF">2026-10-22T07:46:02Z</dcterms:modified>
</cp:coreProperties>
</file>